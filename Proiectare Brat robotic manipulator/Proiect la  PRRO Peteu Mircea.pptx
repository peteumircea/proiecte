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unknow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6" r:id="rId12"/>
    <p:sldId id="265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1234" y="21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CFEA93D5-7058-4252-AFF9-C794B6DE777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43CB9895-A06E-479B-9250-2DCE5AE972A1}" type="slidenum">
              <a:rPr lang="en-US" smtClean="0"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A93D5-7058-4252-AFF9-C794B6DE777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B9895-A06E-479B-9250-2DCE5AE972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A93D5-7058-4252-AFF9-C794B6DE777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B9895-A06E-479B-9250-2DCE5AE972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A93D5-7058-4252-AFF9-C794B6DE777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B9895-A06E-479B-9250-2DCE5AE972A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A93D5-7058-4252-AFF9-C794B6DE777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B9895-A06E-479B-9250-2DCE5AE972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A93D5-7058-4252-AFF9-C794B6DE777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B9895-A06E-479B-9250-2DCE5AE972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A93D5-7058-4252-AFF9-C794B6DE777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B9895-A06E-479B-9250-2DCE5AE972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A93D5-7058-4252-AFF9-C794B6DE777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B9895-A06E-479B-9250-2DCE5AE972A1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A93D5-7058-4252-AFF9-C794B6DE777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B9895-A06E-479B-9250-2DCE5AE972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A93D5-7058-4252-AFF9-C794B6DE777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B9895-A06E-479B-9250-2DCE5AE972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A93D5-7058-4252-AFF9-C794B6DE777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B9895-A06E-479B-9250-2DCE5AE972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CFEA93D5-7058-4252-AFF9-C794B6DE777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43CB9895-A06E-479B-9250-2DCE5AE972A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3dfindit.com/en/" TargetMode="External"/><Relationship Id="rId2" Type="http://schemas.openxmlformats.org/officeDocument/2006/relationships/hyperlink" Target="https://rrv.unitbv.ro/ProRO/Algoritm%20principal%20ProROB.ht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hunk.com/dk/en/gripping-systems/centric-grippers/c/PUB_830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4400" y="304800"/>
            <a:ext cx="3313355" cy="1702160"/>
          </a:xfrm>
        </p:spPr>
        <p:txBody>
          <a:bodyPr>
            <a:normAutofit/>
          </a:bodyPr>
          <a:lstStyle/>
          <a:p>
            <a:r>
              <a:rPr lang="en-US" sz="3000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Proiect</a:t>
            </a:r>
            <a:r>
              <a:rPr lang="en-US" sz="30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la  PRRO</a:t>
            </a:r>
            <a:endParaRPr lang="en-US" sz="3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3429000"/>
            <a:ext cx="3309803" cy="2514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De:</a:t>
            </a:r>
          </a:p>
          <a:p>
            <a:r>
              <a:rPr lang="en-US" b="1" dirty="0" err="1" smtClean="0"/>
              <a:t>Peteu</a:t>
            </a:r>
            <a:r>
              <a:rPr lang="en-US" b="1" dirty="0" smtClean="0"/>
              <a:t> </a:t>
            </a:r>
            <a:r>
              <a:rPr lang="en-US" b="1" dirty="0" err="1" smtClean="0"/>
              <a:t>Mircea</a:t>
            </a:r>
            <a:r>
              <a:rPr lang="en-US" dirty="0" smtClean="0"/>
              <a:t>;</a:t>
            </a:r>
          </a:p>
          <a:p>
            <a:r>
              <a:rPr lang="en-US" dirty="0" smtClean="0"/>
              <a:t>Prof. </a:t>
            </a:r>
            <a:r>
              <a:rPr lang="en-US" dirty="0" err="1" smtClean="0"/>
              <a:t>Coordonator</a:t>
            </a:r>
            <a:r>
              <a:rPr lang="en-US" dirty="0" smtClean="0"/>
              <a:t>: </a:t>
            </a:r>
            <a:r>
              <a:rPr lang="ro-RO" b="1" dirty="0" smtClean="0"/>
              <a:t>Gheorghe  MOGAN</a:t>
            </a:r>
            <a:r>
              <a:rPr lang="en-US" b="1" dirty="0" smtClean="0"/>
              <a:t>;</a:t>
            </a:r>
          </a:p>
          <a:p>
            <a:r>
              <a:rPr lang="en-US" dirty="0" err="1" smtClean="0"/>
              <a:t>Ajutator</a:t>
            </a:r>
            <a:r>
              <a:rPr lang="en-US" b="1" dirty="0" smtClean="0"/>
              <a:t>:</a:t>
            </a:r>
          </a:p>
          <a:p>
            <a:r>
              <a:rPr lang="ro-RO" b="1" dirty="0" smtClean="0"/>
              <a:t>Diana BUZDUGAN</a:t>
            </a:r>
            <a:r>
              <a:rPr lang="en-US" b="1" dirty="0" smtClean="0"/>
              <a:t>;</a:t>
            </a:r>
          </a:p>
          <a:p>
            <a:pPr algn="ctr"/>
            <a:endParaRPr lang="en-US" b="1" dirty="0" smtClean="0"/>
          </a:p>
          <a:p>
            <a:pPr algn="ctr"/>
            <a:r>
              <a:rPr lang="en-US" b="1" dirty="0" smtClean="0"/>
              <a:t>&lt; </a:t>
            </a:r>
            <a:r>
              <a:rPr lang="en-US" b="1" dirty="0" err="1" smtClean="0"/>
              <a:t>Anul</a:t>
            </a:r>
            <a:r>
              <a:rPr lang="en-US" b="1" dirty="0" smtClean="0"/>
              <a:t> 4 la </a:t>
            </a:r>
            <a:r>
              <a:rPr lang="en-US" b="1" dirty="0" err="1" smtClean="0"/>
              <a:t>Robotica</a:t>
            </a:r>
            <a:r>
              <a:rPr lang="en-US" b="1" dirty="0" smtClean="0"/>
              <a:t> &gt;</a:t>
            </a:r>
            <a:endParaRPr lang="en-US" dirty="0" smtClean="0"/>
          </a:p>
        </p:txBody>
      </p:sp>
      <p:pic>
        <p:nvPicPr>
          <p:cNvPr id="1026" name="Picture 2" descr="Acasă - Facultatea de Inginerie electrică și știința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285999"/>
            <a:ext cx="2562225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8154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Cuprins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Introducere</a:t>
            </a:r>
            <a:endParaRPr lang="en-US" dirty="0" smtClean="0"/>
          </a:p>
          <a:p>
            <a:r>
              <a:rPr lang="en-US" dirty="0" err="1" smtClean="0"/>
              <a:t>Proiectare</a:t>
            </a:r>
            <a:r>
              <a:rPr lang="en-US" dirty="0" smtClean="0"/>
              <a:t>: V0</a:t>
            </a:r>
          </a:p>
          <a:p>
            <a:r>
              <a:rPr lang="en-US" dirty="0" err="1" smtClean="0"/>
              <a:t>Constructie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simulare</a:t>
            </a:r>
            <a:r>
              <a:rPr lang="en-US" dirty="0" smtClean="0"/>
              <a:t>: V0</a:t>
            </a:r>
          </a:p>
          <a:p>
            <a:r>
              <a:rPr lang="en-US" dirty="0" err="1"/>
              <a:t>Proiectare</a:t>
            </a:r>
            <a:r>
              <a:rPr lang="en-US" dirty="0"/>
              <a:t>: </a:t>
            </a:r>
            <a:r>
              <a:rPr lang="en-US" dirty="0" smtClean="0"/>
              <a:t>V1</a:t>
            </a:r>
          </a:p>
          <a:p>
            <a:r>
              <a:rPr lang="en-US" dirty="0" err="1"/>
              <a:t>Constructie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simulare</a:t>
            </a:r>
            <a:r>
              <a:rPr lang="en-US" dirty="0"/>
              <a:t>: </a:t>
            </a:r>
            <a:r>
              <a:rPr lang="en-US" dirty="0" smtClean="0"/>
              <a:t>V1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err="1"/>
              <a:t>Proiectare</a:t>
            </a:r>
            <a:r>
              <a:rPr lang="en-US" dirty="0"/>
              <a:t>: V2</a:t>
            </a:r>
          </a:p>
          <a:p>
            <a:r>
              <a:rPr lang="en-US" dirty="0" err="1" smtClean="0"/>
              <a:t>Constructie</a:t>
            </a:r>
            <a:r>
              <a:rPr lang="en-US" dirty="0" smtClean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simulare</a:t>
            </a:r>
            <a:r>
              <a:rPr lang="en-US" dirty="0"/>
              <a:t>: V2</a:t>
            </a:r>
          </a:p>
          <a:p>
            <a:r>
              <a:rPr lang="en-US" dirty="0" err="1"/>
              <a:t>Rezultat</a:t>
            </a:r>
            <a:r>
              <a:rPr lang="en-US" dirty="0"/>
              <a:t> final</a:t>
            </a:r>
          </a:p>
          <a:p>
            <a:r>
              <a:rPr lang="en-US" dirty="0" err="1"/>
              <a:t>Simulare</a:t>
            </a:r>
            <a:r>
              <a:rPr lang="en-US" dirty="0"/>
              <a:t> </a:t>
            </a:r>
            <a:r>
              <a:rPr lang="en-US" dirty="0" err="1"/>
              <a:t>rezultat</a:t>
            </a:r>
            <a:endParaRPr lang="en-US" dirty="0"/>
          </a:p>
          <a:p>
            <a:r>
              <a:rPr lang="en-US" dirty="0" err="1"/>
              <a:t>Concluzie</a:t>
            </a:r>
            <a:endParaRPr lang="en-US" dirty="0"/>
          </a:p>
          <a:p>
            <a:r>
              <a:rPr lang="en-US" dirty="0" err="1"/>
              <a:t>Bibliografie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058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Introducere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68580" indent="0">
              <a:buNone/>
            </a:pPr>
            <a:r>
              <a:rPr lang="en-US" dirty="0" err="1" smtClean="0"/>
              <a:t>Acest</a:t>
            </a:r>
            <a:r>
              <a:rPr lang="en-US" dirty="0" smtClean="0"/>
              <a:t> </a:t>
            </a:r>
            <a:r>
              <a:rPr lang="en-US" dirty="0" err="1" smtClean="0"/>
              <a:t>proiect</a:t>
            </a:r>
            <a:r>
              <a:rPr lang="en-US" dirty="0" smtClean="0"/>
              <a:t> are </a:t>
            </a:r>
            <a:r>
              <a:rPr lang="en-US" dirty="0" err="1" smtClean="0"/>
              <a:t>ca</a:t>
            </a:r>
            <a:r>
              <a:rPr lang="en-US" dirty="0" smtClean="0"/>
              <a:t> </a:t>
            </a:r>
            <a:r>
              <a:rPr lang="en-US" dirty="0" err="1" smtClean="0"/>
              <a:t>obiectiv</a:t>
            </a:r>
            <a:r>
              <a:rPr lang="en-US" dirty="0" smtClean="0"/>
              <a:t> principal </a:t>
            </a:r>
            <a:r>
              <a:rPr lang="en-US" dirty="0" err="1" smtClean="0"/>
              <a:t>proiectarea</a:t>
            </a:r>
            <a:r>
              <a:rPr lang="en-US" dirty="0" smtClean="0"/>
              <a:t> </a:t>
            </a:r>
            <a:r>
              <a:rPr lang="en-US" dirty="0" err="1" smtClean="0"/>
              <a:t>unui</a:t>
            </a:r>
            <a:r>
              <a:rPr lang="en-US" dirty="0" smtClean="0"/>
              <a:t> robot </a:t>
            </a:r>
            <a:r>
              <a:rPr lang="en-US" dirty="0" err="1" smtClean="0"/>
              <a:t>alcatuit</a:t>
            </a:r>
            <a:r>
              <a:rPr lang="en-US" dirty="0" smtClean="0"/>
              <a:t> din 2 </a:t>
            </a:r>
            <a:r>
              <a:rPr lang="en-US" dirty="0" err="1" smtClean="0"/>
              <a:t>cuple</a:t>
            </a:r>
            <a:r>
              <a:rPr lang="en-US" dirty="0" smtClean="0"/>
              <a:t> </a:t>
            </a:r>
            <a:r>
              <a:rPr lang="en-US" dirty="0" err="1" smtClean="0"/>
              <a:t>complet</a:t>
            </a:r>
            <a:r>
              <a:rPr lang="en-US" dirty="0" smtClean="0"/>
              <a:t> </a:t>
            </a:r>
            <a:r>
              <a:rPr lang="en-US" dirty="0" err="1" smtClean="0"/>
              <a:t>articulat</a:t>
            </a:r>
            <a:r>
              <a:rPr lang="en-US" dirty="0" smtClean="0"/>
              <a:t>. </a:t>
            </a:r>
            <a:r>
              <a:rPr lang="en-US" dirty="0" err="1" smtClean="0"/>
              <a:t>Noi</a:t>
            </a:r>
            <a:r>
              <a:rPr lang="en-US" dirty="0" smtClean="0"/>
              <a:t> </a:t>
            </a:r>
            <a:r>
              <a:rPr lang="en-US" dirty="0" err="1" smtClean="0"/>
              <a:t>vom</a:t>
            </a:r>
            <a:r>
              <a:rPr lang="en-US" dirty="0" smtClean="0"/>
              <a:t> </a:t>
            </a:r>
            <a:r>
              <a:rPr lang="en-US" dirty="0" err="1" smtClean="0"/>
              <a:t>putea</a:t>
            </a:r>
            <a:r>
              <a:rPr lang="en-US" dirty="0" smtClean="0"/>
              <a:t> face </a:t>
            </a:r>
            <a:r>
              <a:rPr lang="en-US" dirty="0" err="1" smtClean="0"/>
              <a:t>asta</a:t>
            </a:r>
            <a:r>
              <a:rPr lang="en-US" dirty="0" smtClean="0"/>
              <a:t> </a:t>
            </a:r>
            <a:r>
              <a:rPr lang="en-US" dirty="0" err="1" smtClean="0"/>
              <a:t>proiectand</a:t>
            </a:r>
            <a:r>
              <a:rPr lang="en-US" dirty="0" smtClean="0"/>
              <a:t> de la </a:t>
            </a:r>
            <a:r>
              <a:rPr lang="en-US" dirty="0" err="1" smtClean="0"/>
              <a:t>corpul</a:t>
            </a:r>
            <a:r>
              <a:rPr lang="en-US" dirty="0" smtClean="0"/>
              <a:t> </a:t>
            </a:r>
            <a:r>
              <a:rPr lang="en-US" dirty="0" err="1" smtClean="0"/>
              <a:t>manipulat</a:t>
            </a:r>
            <a:r>
              <a:rPr lang="en-US" dirty="0" smtClean="0"/>
              <a:t> </a:t>
            </a:r>
            <a:r>
              <a:rPr lang="en-US" dirty="0" err="1" smtClean="0"/>
              <a:t>spre</a:t>
            </a:r>
            <a:r>
              <a:rPr lang="en-US" dirty="0" smtClean="0"/>
              <a:t> </a:t>
            </a:r>
            <a:r>
              <a:rPr lang="en-US" dirty="0" err="1" smtClean="0"/>
              <a:t>baza</a:t>
            </a:r>
            <a:r>
              <a:rPr lang="en-US" dirty="0" smtClean="0"/>
              <a:t> </a:t>
            </a:r>
            <a:r>
              <a:rPr lang="en-US" dirty="0" err="1" smtClean="0"/>
              <a:t>robotului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pPr marL="68580" indent="0">
              <a:buNone/>
            </a:pPr>
            <a:r>
              <a:rPr lang="en-US" dirty="0" err="1" smtClean="0"/>
              <a:t>Iar</a:t>
            </a:r>
            <a:r>
              <a:rPr lang="en-US" dirty="0" smtClean="0"/>
              <a:t> </a:t>
            </a:r>
            <a:r>
              <a:rPr lang="en-US" dirty="0" err="1" smtClean="0"/>
              <a:t>ca</a:t>
            </a:r>
            <a:r>
              <a:rPr lang="en-US" dirty="0" smtClean="0"/>
              <a:t> </a:t>
            </a:r>
            <a:r>
              <a:rPr lang="en-US" dirty="0" err="1" smtClean="0"/>
              <a:t>obiective</a:t>
            </a:r>
            <a:r>
              <a:rPr lang="en-US" dirty="0" smtClean="0"/>
              <a:t> </a:t>
            </a:r>
            <a:r>
              <a:rPr lang="en-US" dirty="0" err="1" smtClean="0"/>
              <a:t>secundare</a:t>
            </a:r>
            <a:r>
              <a:rPr lang="en-US" dirty="0" smtClean="0"/>
              <a:t>,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 err="1" smtClean="0"/>
              <a:t>fiecare</a:t>
            </a:r>
            <a:r>
              <a:rPr lang="en-US" dirty="0" smtClean="0"/>
              <a:t> </a:t>
            </a:r>
            <a:r>
              <a:rPr lang="en-US" dirty="0" err="1" smtClean="0"/>
              <a:t>stadiu</a:t>
            </a:r>
            <a:r>
              <a:rPr lang="en-US" dirty="0" smtClean="0"/>
              <a:t> al </a:t>
            </a:r>
            <a:r>
              <a:rPr lang="en-US" dirty="0" err="1" smtClean="0"/>
              <a:t>robotului</a:t>
            </a:r>
            <a:r>
              <a:rPr lang="en-US" dirty="0" smtClean="0"/>
              <a:t>:</a:t>
            </a:r>
          </a:p>
          <a:p>
            <a:r>
              <a:rPr lang="en-US" dirty="0" err="1" smtClean="0"/>
              <a:t>Proiectarea</a:t>
            </a:r>
            <a:r>
              <a:rPr lang="en-US" dirty="0" smtClean="0"/>
              <a:t> </a:t>
            </a:r>
            <a:r>
              <a:rPr lang="en-US" dirty="0" err="1" smtClean="0"/>
              <a:t>cuplelor</a:t>
            </a:r>
            <a:r>
              <a:rPr lang="en-US" dirty="0" smtClean="0"/>
              <a:t> in </a:t>
            </a:r>
            <a:r>
              <a:rPr lang="en-US" dirty="0" err="1" smtClean="0"/>
              <a:t>catia</a:t>
            </a:r>
            <a:endParaRPr lang="en-US" dirty="0" smtClean="0"/>
          </a:p>
          <a:p>
            <a:r>
              <a:rPr lang="en-US" dirty="0" err="1" smtClean="0"/>
              <a:t>Simularea</a:t>
            </a:r>
            <a:r>
              <a:rPr lang="en-US" dirty="0" smtClean="0"/>
              <a:t> </a:t>
            </a:r>
            <a:r>
              <a:rPr lang="en-US" dirty="0" err="1" smtClean="0"/>
              <a:t>robotului</a:t>
            </a:r>
            <a:r>
              <a:rPr lang="en-US" dirty="0" smtClean="0"/>
              <a:t>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intermediul</a:t>
            </a:r>
            <a:r>
              <a:rPr lang="en-US" dirty="0" smtClean="0"/>
              <a:t> </a:t>
            </a:r>
            <a:r>
              <a:rPr lang="en-US" dirty="0" err="1" smtClean="0"/>
              <a:t>matlab-ului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53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Proiectare</a:t>
            </a:r>
            <a:r>
              <a:rPr lang="en-US" dirty="0" smtClean="0"/>
              <a:t>: V0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68580" indent="0">
              <a:buNone/>
            </a:pPr>
            <a:r>
              <a:rPr lang="en-US" dirty="0" smtClean="0"/>
              <a:t>In </a:t>
            </a:r>
            <a:r>
              <a:rPr lang="en-US" dirty="0" err="1" smtClean="0"/>
              <a:t>primul</a:t>
            </a:r>
            <a:r>
              <a:rPr lang="en-US" dirty="0" smtClean="0"/>
              <a:t> </a:t>
            </a:r>
            <a:r>
              <a:rPr lang="en-US" dirty="0" smtClean="0"/>
              <a:t>rand</a:t>
            </a:r>
            <a:r>
              <a:rPr lang="en-US" dirty="0" smtClean="0"/>
              <a:t> </a:t>
            </a:r>
            <a:r>
              <a:rPr lang="en-US" dirty="0" err="1" smtClean="0"/>
              <a:t>trebui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alegem</a:t>
            </a:r>
            <a:r>
              <a:rPr lang="en-US" dirty="0" smtClean="0"/>
              <a:t> un gripper </a:t>
            </a:r>
            <a:r>
              <a:rPr lang="en-US" dirty="0" err="1" smtClean="0"/>
              <a:t>pe</a:t>
            </a:r>
            <a:r>
              <a:rPr lang="en-US" dirty="0" smtClean="0"/>
              <a:t> </a:t>
            </a:r>
            <a:r>
              <a:rPr lang="en-US" dirty="0" err="1" smtClean="0"/>
              <a:t>baza</a:t>
            </a:r>
            <a:r>
              <a:rPr lang="en-US" dirty="0" smtClean="0"/>
              <a:t> </a:t>
            </a:r>
            <a:r>
              <a:rPr lang="en-US" dirty="0" err="1" smtClean="0"/>
              <a:t>corpului</a:t>
            </a:r>
            <a:r>
              <a:rPr lang="en-US" dirty="0" smtClean="0"/>
              <a:t> </a:t>
            </a:r>
            <a:r>
              <a:rPr lang="en-US" dirty="0" err="1" smtClean="0"/>
              <a:t>manipulat</a:t>
            </a:r>
            <a:r>
              <a:rPr lang="en-US" dirty="0" smtClean="0"/>
              <a:t> de </a:t>
            </a:r>
            <a:r>
              <a:rPr lang="en-US" dirty="0" err="1" smtClean="0"/>
              <a:t>catre</a:t>
            </a:r>
            <a:r>
              <a:rPr lang="en-US" dirty="0" smtClean="0"/>
              <a:t> robot. </a:t>
            </a:r>
            <a:r>
              <a:rPr lang="en-US" dirty="0" err="1" smtClean="0"/>
              <a:t>Apoi</a:t>
            </a:r>
            <a:r>
              <a:rPr lang="en-US" dirty="0" smtClean="0"/>
              <a:t> </a:t>
            </a:r>
            <a:r>
              <a:rPr lang="en-US" dirty="0" err="1" smtClean="0"/>
              <a:t>urmeaza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facem</a:t>
            </a:r>
            <a:r>
              <a:rPr lang="en-US" dirty="0" smtClean="0"/>
              <a:t> o </a:t>
            </a:r>
            <a:r>
              <a:rPr lang="en-US" dirty="0"/>
              <a:t>prima </a:t>
            </a:r>
            <a:r>
              <a:rPr lang="en-US" dirty="0" err="1"/>
              <a:t>versiune</a:t>
            </a:r>
            <a:r>
              <a:rPr lang="en-US" dirty="0" smtClean="0"/>
              <a:t> </a:t>
            </a:r>
            <a:r>
              <a:rPr lang="en-US" dirty="0" smtClean="0"/>
              <a:t>a </a:t>
            </a:r>
            <a:r>
              <a:rPr lang="en-US" dirty="0" err="1" smtClean="0"/>
              <a:t>robotului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apoi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simulam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68580" indent="0">
              <a:buNone/>
            </a:pPr>
            <a:r>
              <a:rPr lang="en-US" dirty="0" err="1" smtClean="0"/>
              <a:t>Prehensorul</a:t>
            </a:r>
            <a:r>
              <a:rPr lang="en-US" dirty="0" smtClean="0"/>
              <a:t> ales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astfel</a:t>
            </a:r>
            <a:r>
              <a:rPr lang="en-US" dirty="0" smtClean="0"/>
              <a:t>: </a:t>
            </a:r>
          </a:p>
          <a:p>
            <a:pPr marL="68580" indent="0">
              <a:buNone/>
            </a:pPr>
            <a:r>
              <a:rPr lang="en-US" b="1" dirty="0" smtClean="0"/>
              <a:t>PZB-plus 200-1-AS</a:t>
            </a:r>
            <a:endParaRPr lang="en-US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7326" y="3628672"/>
            <a:ext cx="2390775" cy="2180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7046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Constructie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simulare</a:t>
            </a:r>
            <a:r>
              <a:rPr lang="en-US" dirty="0" smtClean="0"/>
              <a:t>: V0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396" y="2895600"/>
            <a:ext cx="3391552" cy="293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 descr="C:\Users\MIRCEA\Desktop\PRRO\18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2948" y="2907632"/>
            <a:ext cx="3686476" cy="29184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5781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Proiectare</a:t>
            </a:r>
            <a:r>
              <a:rPr lang="en-US" dirty="0" smtClean="0"/>
              <a:t>: V1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 marL="68580" indent="0">
              <a:buNone/>
            </a:pPr>
            <a:r>
              <a:rPr lang="en-US" dirty="0" smtClean="0"/>
              <a:t>In al </a:t>
            </a:r>
            <a:r>
              <a:rPr lang="en-US" dirty="0" err="1" smtClean="0"/>
              <a:t>doilea</a:t>
            </a:r>
            <a:r>
              <a:rPr lang="en-US" dirty="0" smtClean="0"/>
              <a:t> rand, o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folosim</a:t>
            </a:r>
            <a:r>
              <a:rPr lang="en-US" dirty="0" smtClean="0"/>
              <a:t> </a:t>
            </a:r>
            <a:r>
              <a:rPr lang="en-US" dirty="0" err="1" smtClean="0"/>
              <a:t>simularea</a:t>
            </a:r>
            <a:r>
              <a:rPr lang="en-US" dirty="0" smtClean="0"/>
              <a:t> din </a:t>
            </a:r>
            <a:r>
              <a:rPr lang="en-US" dirty="0" err="1" smtClean="0"/>
              <a:t>matlab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aflam</a:t>
            </a:r>
            <a:r>
              <a:rPr lang="en-US" dirty="0" smtClean="0"/>
              <a:t> </a:t>
            </a:r>
            <a:r>
              <a:rPr lang="en-US" dirty="0" err="1" smtClean="0"/>
              <a:t>momentele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fortele</a:t>
            </a:r>
            <a:r>
              <a:rPr lang="en-US" dirty="0" smtClean="0"/>
              <a:t> din </a:t>
            </a:r>
            <a:r>
              <a:rPr lang="en-US" dirty="0" err="1" smtClean="0"/>
              <a:t>legatura</a:t>
            </a:r>
            <a:r>
              <a:rPr lang="en-US" dirty="0" smtClean="0"/>
              <a:t> cu </a:t>
            </a:r>
            <a:r>
              <a:rPr lang="en-US" dirty="0" err="1" smtClean="0"/>
              <a:t>cupla</a:t>
            </a:r>
            <a:r>
              <a:rPr lang="en-US" dirty="0" smtClean="0"/>
              <a:t> de </a:t>
            </a:r>
            <a:r>
              <a:rPr lang="en-US" dirty="0" err="1" smtClean="0"/>
              <a:t>translatie</a:t>
            </a:r>
            <a:r>
              <a:rPr lang="en-US" dirty="0" smtClean="0"/>
              <a:t>. </a:t>
            </a:r>
          </a:p>
          <a:p>
            <a:pPr marL="68580" indent="0">
              <a:buNone/>
            </a:pPr>
            <a:r>
              <a:rPr lang="en-US" dirty="0" smtClean="0"/>
              <a:t>Si </a:t>
            </a:r>
            <a:r>
              <a:rPr lang="en-US" dirty="0" err="1" smtClean="0"/>
              <a:t>apoi</a:t>
            </a:r>
            <a:r>
              <a:rPr lang="en-US" dirty="0" smtClean="0"/>
              <a:t> </a:t>
            </a:r>
            <a:r>
              <a:rPr lang="en-US" dirty="0" err="1" smtClean="0"/>
              <a:t>pe</a:t>
            </a:r>
            <a:r>
              <a:rPr lang="en-US" dirty="0" smtClean="0"/>
              <a:t> </a:t>
            </a:r>
            <a:r>
              <a:rPr lang="en-US" dirty="0" err="1" smtClean="0"/>
              <a:t>baza</a:t>
            </a:r>
            <a:r>
              <a:rPr lang="en-US" dirty="0" smtClean="0"/>
              <a:t> </a:t>
            </a:r>
            <a:r>
              <a:rPr lang="en-US" dirty="0" err="1" smtClean="0"/>
              <a:t>algoritmului</a:t>
            </a:r>
            <a:r>
              <a:rPr lang="en-US" dirty="0" smtClean="0"/>
              <a:t> </a:t>
            </a:r>
            <a:r>
              <a:rPr lang="en-US" dirty="0" smtClean="0"/>
              <a:t>o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alegem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o </a:t>
            </a:r>
            <a:r>
              <a:rPr lang="en-US" dirty="0" err="1" smtClean="0"/>
              <a:t>construim</a:t>
            </a:r>
            <a:r>
              <a:rPr lang="en-US" dirty="0" smtClean="0"/>
              <a:t> </a:t>
            </a:r>
            <a:r>
              <a:rPr lang="en-US" dirty="0" err="1" smtClean="0"/>
              <a:t>cupla</a:t>
            </a:r>
            <a:r>
              <a:rPr lang="en-US" dirty="0" smtClean="0"/>
              <a:t> de </a:t>
            </a:r>
            <a:r>
              <a:rPr lang="en-US" dirty="0" err="1" smtClean="0"/>
              <a:t>translatie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5" name="Content Placeholder 4"/>
          <p:cNvPicPr>
            <a:picLocks noGrp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4645025" y="2449505"/>
            <a:ext cx="3419475" cy="322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88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Constructie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simulare</a:t>
            </a:r>
            <a:r>
              <a:rPr lang="en-US" dirty="0"/>
              <a:t>: </a:t>
            </a:r>
            <a:r>
              <a:rPr lang="en-US" dirty="0" smtClean="0"/>
              <a:t>V1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659027" y="3169506"/>
            <a:ext cx="4121150" cy="2271808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4776058" y="3169505"/>
            <a:ext cx="3731569" cy="227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620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Proiectare</a:t>
            </a:r>
            <a:r>
              <a:rPr lang="en-US" dirty="0"/>
              <a:t>: </a:t>
            </a:r>
            <a:r>
              <a:rPr lang="en-US" dirty="0" smtClean="0"/>
              <a:t>V2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68580" indent="0">
              <a:buNone/>
            </a:pPr>
            <a:r>
              <a:rPr lang="en-US" dirty="0"/>
              <a:t>L</a:t>
            </a:r>
            <a:r>
              <a:rPr lang="en-US" dirty="0" smtClean="0"/>
              <a:t>a </a:t>
            </a:r>
            <a:r>
              <a:rPr lang="en-US" dirty="0" smtClean="0"/>
              <a:t>final, </a:t>
            </a:r>
            <a:r>
              <a:rPr lang="en-US" dirty="0" err="1" smtClean="0"/>
              <a:t>extragem</a:t>
            </a:r>
            <a:r>
              <a:rPr lang="en-US" dirty="0" smtClean="0"/>
              <a:t> </a:t>
            </a:r>
            <a:r>
              <a:rPr lang="en-US" dirty="0" err="1" smtClean="0"/>
              <a:t>datele</a:t>
            </a:r>
            <a:r>
              <a:rPr lang="en-US" dirty="0" smtClean="0"/>
              <a:t> </a:t>
            </a:r>
            <a:r>
              <a:rPr lang="en-US" dirty="0" err="1" smtClean="0"/>
              <a:t>noi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apoi</a:t>
            </a:r>
            <a:r>
              <a:rPr lang="en-US" dirty="0" smtClean="0"/>
              <a:t> </a:t>
            </a:r>
            <a:r>
              <a:rPr lang="en-US" dirty="0" err="1" smtClean="0"/>
              <a:t>proiectam</a:t>
            </a:r>
            <a:r>
              <a:rPr lang="en-US" dirty="0" smtClean="0"/>
              <a:t> </a:t>
            </a:r>
            <a:r>
              <a:rPr lang="en-US" dirty="0" err="1" smtClean="0"/>
              <a:t>ultima</a:t>
            </a:r>
            <a:r>
              <a:rPr lang="en-US" dirty="0" smtClean="0"/>
              <a:t> </a:t>
            </a:r>
            <a:r>
              <a:rPr lang="en-US" dirty="0" err="1" smtClean="0"/>
              <a:t>cupla</a:t>
            </a:r>
            <a:r>
              <a:rPr lang="en-US" dirty="0" smtClean="0"/>
              <a:t>, </a:t>
            </a:r>
            <a:r>
              <a:rPr lang="en-US" dirty="0" err="1" smtClean="0"/>
              <a:t>adica</a:t>
            </a:r>
            <a:r>
              <a:rPr lang="en-US" dirty="0" smtClean="0"/>
              <a:t> </a:t>
            </a:r>
            <a:r>
              <a:rPr lang="en-US" dirty="0" err="1" smtClean="0"/>
              <a:t>cea</a:t>
            </a:r>
            <a:r>
              <a:rPr lang="en-US" dirty="0" smtClean="0"/>
              <a:t> de </a:t>
            </a:r>
            <a:r>
              <a:rPr lang="en-US" dirty="0" err="1" smtClean="0"/>
              <a:t>rotatie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alegem</a:t>
            </a:r>
            <a:r>
              <a:rPr lang="en-US" dirty="0" smtClean="0"/>
              <a:t> </a:t>
            </a:r>
            <a:r>
              <a:rPr lang="en-US" dirty="0" err="1" smtClean="0"/>
              <a:t>piesele</a:t>
            </a:r>
            <a:r>
              <a:rPr lang="en-US" dirty="0" smtClean="0"/>
              <a:t> </a:t>
            </a:r>
            <a:r>
              <a:rPr lang="en-US" dirty="0" err="1" smtClean="0"/>
              <a:t>pe</a:t>
            </a:r>
            <a:r>
              <a:rPr lang="en-US" dirty="0" smtClean="0"/>
              <a:t> </a:t>
            </a:r>
            <a:r>
              <a:rPr lang="en-US" dirty="0" err="1" smtClean="0"/>
              <a:t>baza</a:t>
            </a:r>
            <a:r>
              <a:rPr lang="en-US" dirty="0" smtClean="0"/>
              <a:t> </a:t>
            </a:r>
            <a:r>
              <a:rPr lang="en-US" dirty="0" err="1" smtClean="0"/>
              <a:t>rezultelor</a:t>
            </a:r>
            <a:r>
              <a:rPr lang="en-US" dirty="0" smtClean="0"/>
              <a:t> din </a:t>
            </a:r>
            <a:r>
              <a:rPr lang="en-US" dirty="0" err="1" smtClean="0"/>
              <a:t>algoritm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5" name="Content Placeholder 4"/>
          <p:cNvPicPr>
            <a:picLocks noGrp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4998474" y="1828800"/>
            <a:ext cx="3002525" cy="397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396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Constructie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simulare</a:t>
            </a:r>
            <a:r>
              <a:rPr lang="en-US" dirty="0"/>
              <a:t>: </a:t>
            </a:r>
            <a:r>
              <a:rPr lang="en-US" dirty="0" smtClean="0"/>
              <a:t>V2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2286001"/>
            <a:ext cx="3983709" cy="409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434" y="2298701"/>
            <a:ext cx="2011766" cy="409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2660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Rezultat</a:t>
            </a:r>
            <a:r>
              <a:rPr lang="en-US" dirty="0" smtClean="0"/>
              <a:t> Final</a:t>
            </a:r>
            <a:endParaRPr lang="en-US" dirty="0"/>
          </a:p>
        </p:txBody>
      </p:sp>
      <p:pic>
        <p:nvPicPr>
          <p:cNvPr id="1026" name="Picture 2" descr="C:\Users\MIRCEA\Desktop\fin-cad-v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441735"/>
            <a:ext cx="3295650" cy="376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458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609600"/>
            <a:ext cx="7024744" cy="533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Simulare</a:t>
            </a:r>
            <a:r>
              <a:rPr lang="en-US" dirty="0" smtClean="0"/>
              <a:t> </a:t>
            </a:r>
            <a:r>
              <a:rPr lang="en-US" dirty="0" err="1"/>
              <a:t>R</a:t>
            </a:r>
            <a:r>
              <a:rPr lang="en-US" dirty="0" err="1" smtClean="0"/>
              <a:t>ezultat</a:t>
            </a:r>
            <a:endParaRPr lang="en-US" dirty="0"/>
          </a:p>
        </p:txBody>
      </p:sp>
      <p:pic>
        <p:nvPicPr>
          <p:cNvPr id="3" name="WhatsApp Video 2026-01-17 at 21.01.2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43490" y="1143000"/>
            <a:ext cx="733851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082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724400" y="609600"/>
            <a:ext cx="3304572" cy="691587"/>
          </a:xfrm>
        </p:spPr>
        <p:txBody>
          <a:bodyPr/>
          <a:lstStyle/>
          <a:p>
            <a:r>
              <a:rPr lang="en-US" dirty="0" err="1" smtClean="0"/>
              <a:t>Concluzie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1447800"/>
            <a:ext cx="3298784" cy="4207098"/>
          </a:xfrm>
        </p:spPr>
        <p:txBody>
          <a:bodyPr/>
          <a:lstStyle/>
          <a:p>
            <a:r>
              <a:rPr lang="en-US" dirty="0" smtClean="0"/>
              <a:t>In final am </a:t>
            </a:r>
            <a:r>
              <a:rPr lang="en-US" dirty="0" err="1" smtClean="0"/>
              <a:t>parcurs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am</a:t>
            </a:r>
            <a:r>
              <a:rPr lang="en-US" dirty="0" smtClean="0"/>
              <a:t> </a:t>
            </a:r>
            <a:r>
              <a:rPr lang="en-US" dirty="0" err="1" smtClean="0"/>
              <a:t>creat</a:t>
            </a:r>
            <a:r>
              <a:rPr lang="en-US" dirty="0" smtClean="0"/>
              <a:t> un robot manipulator </a:t>
            </a:r>
            <a:r>
              <a:rPr lang="en-US" dirty="0" err="1" smtClean="0"/>
              <a:t>pentru</a:t>
            </a:r>
            <a:r>
              <a:rPr lang="en-US" dirty="0" smtClean="0"/>
              <a:t> un </a:t>
            </a:r>
            <a:r>
              <a:rPr lang="en-US" dirty="0" err="1" smtClean="0"/>
              <a:t>sarcina</a:t>
            </a:r>
            <a:r>
              <a:rPr lang="en-US" dirty="0" smtClean="0"/>
              <a:t> </a:t>
            </a:r>
            <a:r>
              <a:rPr lang="en-US" dirty="0" err="1" smtClean="0"/>
              <a:t>specifica</a:t>
            </a:r>
            <a:r>
              <a:rPr lang="en-US" dirty="0" smtClean="0"/>
              <a:t> </a:t>
            </a:r>
            <a:r>
              <a:rPr lang="en-US" dirty="0" err="1" smtClean="0"/>
              <a:t>ce</a:t>
            </a:r>
            <a:r>
              <a:rPr lang="en-US" dirty="0" smtClean="0"/>
              <a:t> o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dureze</a:t>
            </a:r>
            <a:r>
              <a:rPr lang="en-US" dirty="0" smtClean="0"/>
              <a:t> </a:t>
            </a:r>
            <a:r>
              <a:rPr lang="en-US" dirty="0" smtClean="0"/>
              <a:t>o </a:t>
            </a:r>
            <a:r>
              <a:rPr lang="en-US" dirty="0" err="1" smtClean="0"/>
              <a:t>perioada</a:t>
            </a:r>
            <a:r>
              <a:rPr lang="en-US" dirty="0" smtClean="0"/>
              <a:t> </a:t>
            </a:r>
            <a:r>
              <a:rPr lang="en-US" dirty="0" err="1" smtClean="0"/>
              <a:t>buna</a:t>
            </a:r>
            <a:r>
              <a:rPr lang="en-US" dirty="0" smtClean="0"/>
              <a:t> de </a:t>
            </a:r>
            <a:r>
              <a:rPr lang="en-US" dirty="0" err="1" smtClean="0"/>
              <a:t>timp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err="1" smtClean="0"/>
              <a:t>Acest</a:t>
            </a:r>
            <a:r>
              <a:rPr lang="en-US" dirty="0" smtClean="0"/>
              <a:t> robot </a:t>
            </a:r>
            <a:r>
              <a:rPr lang="en-US" dirty="0" err="1" smtClean="0"/>
              <a:t>poate</a:t>
            </a:r>
            <a:r>
              <a:rPr lang="en-US" dirty="0" smtClean="0"/>
              <a:t> fi </a:t>
            </a:r>
            <a:r>
              <a:rPr lang="en-US" dirty="0" err="1" smtClean="0"/>
              <a:t>fabricat</a:t>
            </a:r>
            <a:r>
              <a:rPr lang="en-US" dirty="0" smtClean="0"/>
              <a:t> </a:t>
            </a:r>
            <a:r>
              <a:rPr lang="en-US" dirty="0" err="1" smtClean="0"/>
              <a:t>acum</a:t>
            </a:r>
            <a:r>
              <a:rPr lang="en-US" dirty="0" smtClean="0"/>
              <a:t> </a:t>
            </a:r>
            <a:r>
              <a:rPr lang="en-US" dirty="0" err="1" smtClean="0"/>
              <a:t>usor</a:t>
            </a:r>
            <a:r>
              <a:rPr lang="en-US" dirty="0" smtClean="0"/>
              <a:t> </a:t>
            </a: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 err="1" smtClean="0"/>
              <a:t>indeplinirea</a:t>
            </a:r>
            <a:r>
              <a:rPr lang="en-US" dirty="0" smtClean="0"/>
              <a:t> </a:t>
            </a:r>
            <a:r>
              <a:rPr lang="en-US" dirty="0" err="1" smtClean="0"/>
              <a:t>acestei</a:t>
            </a:r>
            <a:r>
              <a:rPr lang="en-US" dirty="0" smtClean="0"/>
              <a:t> </a:t>
            </a:r>
            <a:r>
              <a:rPr lang="en-US" dirty="0" err="1" smtClean="0"/>
              <a:t>sarcini</a:t>
            </a:r>
            <a:r>
              <a:rPr lang="en-US" dirty="0" smtClean="0"/>
              <a:t> </a:t>
            </a:r>
            <a:r>
              <a:rPr lang="en-US" dirty="0" smtClean="0"/>
              <a:t>la </a:t>
            </a:r>
            <a:r>
              <a:rPr lang="en-US" dirty="0" err="1" smtClean="0"/>
              <a:t>scara</a:t>
            </a:r>
            <a:r>
              <a:rPr lang="en-US" dirty="0" smtClean="0"/>
              <a:t> mare </a:t>
            </a: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 err="1" smtClean="0"/>
              <a:t>companiile</a:t>
            </a:r>
            <a:r>
              <a:rPr lang="en-US" dirty="0" smtClean="0"/>
              <a:t> </a:t>
            </a:r>
            <a:r>
              <a:rPr lang="en-US" dirty="0" err="1" smtClean="0"/>
              <a:t>ce</a:t>
            </a:r>
            <a:r>
              <a:rPr lang="en-US" dirty="0" smtClean="0"/>
              <a:t> au </a:t>
            </a:r>
            <a:r>
              <a:rPr lang="en-US" dirty="0" err="1" smtClean="0"/>
              <a:t>nevoie</a:t>
            </a:r>
            <a:r>
              <a:rPr lang="en-US" dirty="0" smtClean="0"/>
              <a:t> de el, </a:t>
            </a:r>
            <a:r>
              <a:rPr lang="en-US" dirty="0" err="1" smtClean="0"/>
              <a:t>fiind</a:t>
            </a:r>
            <a:r>
              <a:rPr lang="en-US" dirty="0" smtClean="0"/>
              <a:t> </a:t>
            </a:r>
            <a:r>
              <a:rPr lang="en-US" dirty="0" err="1" smtClean="0"/>
              <a:t>sigure</a:t>
            </a:r>
            <a:r>
              <a:rPr lang="en-US" dirty="0" smtClean="0"/>
              <a:t> </a:t>
            </a:r>
            <a:r>
              <a:rPr lang="en-US" dirty="0" err="1" smtClean="0"/>
              <a:t>ca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o </a:t>
            </a:r>
            <a:r>
              <a:rPr lang="en-US" dirty="0" err="1" smtClean="0"/>
              <a:t>achizitie</a:t>
            </a:r>
            <a:r>
              <a:rPr lang="en-US" dirty="0" smtClean="0"/>
              <a:t> </a:t>
            </a:r>
            <a:r>
              <a:rPr lang="en-US" dirty="0" err="1" smtClean="0"/>
              <a:t>buna</a:t>
            </a:r>
            <a:r>
              <a:rPr lang="en-US" dirty="0" smtClean="0"/>
              <a:t>.</a:t>
            </a:r>
            <a:endParaRPr lang="en-US" dirty="0" smtClean="0"/>
          </a:p>
        </p:txBody>
      </p:sp>
      <p:pic>
        <p:nvPicPr>
          <p:cNvPr id="3075" name="Picture 3" descr="C:\Users\MIRCEA\Desktop\fin-cad-v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246" y="1371600"/>
            <a:ext cx="3470171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3642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Bibliografie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Algoritm</a:t>
            </a:r>
            <a:r>
              <a:rPr lang="en-US" dirty="0" smtClean="0"/>
              <a:t>: </a:t>
            </a: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rrv.unitbv.ro/ProRO/Algoritm%20principal%20ProROB.htm</a:t>
            </a:r>
            <a:endParaRPr lang="en-US" dirty="0" smtClean="0"/>
          </a:p>
          <a:p>
            <a:r>
              <a:rPr lang="en-US" dirty="0" smtClean="0"/>
              <a:t>3Dfindit: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hlinkClick r:id="rId3"/>
              </a:rPr>
              <a:t>https://www.3dfindit.com/en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r>
              <a:rPr lang="en-US" dirty="0" err="1" smtClean="0"/>
              <a:t>Shunk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>
                <a:hlinkClick r:id="rId4"/>
              </a:rPr>
              <a:t>https</a:t>
            </a:r>
            <a:r>
              <a:rPr lang="en-US" dirty="0">
                <a:hlinkClick r:id="rId4"/>
              </a:rPr>
              <a:t>://</a:t>
            </a:r>
            <a:r>
              <a:rPr lang="en-US" dirty="0" smtClean="0">
                <a:hlinkClick r:id="rId4"/>
              </a:rPr>
              <a:t>schunk.com/dk/en/gripping-systems/centric-grippers/c/PUB_8301</a:t>
            </a:r>
            <a:endParaRPr lang="en-US" dirty="0" smtClean="0"/>
          </a:p>
          <a:p>
            <a:pPr marL="6858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611968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217</TotalTime>
  <Words>300</Words>
  <Application>Microsoft Office PowerPoint</Application>
  <PresentationFormat>On-screen Show (4:3)</PresentationFormat>
  <Paragraphs>47</Paragraphs>
  <Slides>13</Slides>
  <Notes>0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Austin</vt:lpstr>
      <vt:lpstr>Proiect la  PRRO</vt:lpstr>
      <vt:lpstr>Cuprins</vt:lpstr>
      <vt:lpstr>Introducere</vt:lpstr>
      <vt:lpstr>Proiectare: V0</vt:lpstr>
      <vt:lpstr>Constructie si simulare: V0</vt:lpstr>
      <vt:lpstr>Proiectare: V1</vt:lpstr>
      <vt:lpstr>Constructie si simulare: V1</vt:lpstr>
      <vt:lpstr>Proiectare: V2</vt:lpstr>
      <vt:lpstr>Constructie si simulare: V2</vt:lpstr>
      <vt:lpstr>Rezultat Final</vt:lpstr>
      <vt:lpstr>Simulare Rezultat</vt:lpstr>
      <vt:lpstr>Concluzie</vt:lpstr>
      <vt:lpstr>Bibliografie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Proiect la  PRRO</dc:title>
  <dc:creator>MIRCEA</dc:creator>
  <cp:lastModifiedBy>MIRCEA</cp:lastModifiedBy>
  <cp:revision>11</cp:revision>
  <dcterms:created xsi:type="dcterms:W3CDTF">2026-01-16T00:40:59Z</dcterms:created>
  <dcterms:modified xsi:type="dcterms:W3CDTF">2026-01-21T19:46:09Z</dcterms:modified>
</cp:coreProperties>
</file>